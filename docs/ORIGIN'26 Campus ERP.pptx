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33E57F-EF76-4CFB-8739-F4B410871894}">
  <a:tblStyle styleId="{3B33E57F-EF76-4CFB-8739-F4B4108718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Relationship Id="rId8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5514" y="5705326"/>
            <a:ext cx="6340822" cy="5219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500800" y="630733"/>
            <a:ext cx="319039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ORIGIN'26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90912" y="1516558"/>
            <a:ext cx="52101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Team SixSeven</a:t>
            </a:r>
            <a:r>
              <a:rPr b="0" i="0" lang="en-US" sz="18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| Project: Origin — Campus ERP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00275" y="2187029"/>
            <a:ext cx="7791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Problem Statement: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PS-6: ERP-based Integrated Student Management System</a:t>
            </a:r>
            <a:endParaRPr/>
          </a:p>
        </p:txBody>
      </p:sp>
      <p:graphicFrame>
        <p:nvGraphicFramePr>
          <p:cNvPr id="88" name="Google Shape;88;p13"/>
          <p:cNvGraphicFramePr/>
          <p:nvPr/>
        </p:nvGraphicFramePr>
        <p:xfrm>
          <a:off x="1683990" y="2960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{3B33E57F-EF76-4CFB-8739-F4B410871894}</a:tableStyleId>
              </a:tblPr>
              <a:tblGrid>
                <a:gridCol w="4365275"/>
                <a:gridCol w="4449075"/>
              </a:tblGrid>
              <a:tr h="59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118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Registration Number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9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Parth Pancholi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25BCE10443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Adarsh Pratap Singh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25BCE10285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Disha Dashore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25BAI10444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3"/>
          <p:cNvSpPr txBox="1"/>
          <p:nvPr/>
        </p:nvSpPr>
        <p:spPr>
          <a:xfrm>
            <a:off x="3163639" y="5829151"/>
            <a:ext cx="5864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Live Deployment: </a:t>
            </a:r>
            <a:r>
              <a:rPr lang="en-US" sz="1350">
                <a:solidFill>
                  <a:srgbClr val="374151"/>
                </a:solidFill>
              </a:rPr>
              <a:t>https://team-sixseven-erp.vercel.app/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The Problem Landscape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142875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Current campus management relies on fragmented, inefficient, and error-prone systems.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289720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Disconnected Systems: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Institutes run admissions, timetables, attendance, fees, exams, and scores across disconnected spreadsheets and paper trails, creating communication silos.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127920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No Single Source of Truth: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Students, faculty, and admins each see a different, often stale, picture of the campus data. Resolving discrepancies takes weeks.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966120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Manual Overheads: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Wasted administrative hours on manual timetable re-staffing when a teacher is on leave, manual score entry, and manual fee reconciliation.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804320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Goal: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Build one comprehensive ERP that acts as the central nervous system for the campus, keeping every interface reading from the exact same live data architecture.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2305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16125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99945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83765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428750"/>
            <a:ext cx="522922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Our Proposed Solution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62025" y="1428750"/>
            <a:ext cx="48482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Unified Ecosystem: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single web app with four distinct role-based interfaces — Admin, Faculty, Student, Applicant — sharing one highly secure, MongoDB-backed API.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62025" y="2876550"/>
            <a:ext cx="48482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Real-Time Derivation: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Every figure (attendance %, fees due, grades, timetable) is derived live from source records, not hand-entered or cached, eliminating discrepancies.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432435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Smart Automation: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Automatic timetable re-staffing seamlessly adapts around approved faculty leave without manual intervention.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546735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AI Integration: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 built-in AI chatbot acts as a virtual guide, helping applicants navigate admissions and the sign-in process effortlessly.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3675" y="1590675"/>
            <a:ext cx="4905375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620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9098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576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500687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28750"/>
            <a:ext cx="5419725" cy="2328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1428750"/>
            <a:ext cx="5419725" cy="2328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48112"/>
            <a:ext cx="5419725" cy="2328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948112"/>
            <a:ext cx="5419725" cy="232886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Core Capabilities &amp; Features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19150" y="2316956"/>
            <a:ext cx="5190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Admissions &amp; Access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19150" y="2621756"/>
            <a:ext cx="4943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Role-based sign-in for all stakeholders from a single login portal. Features a complete admissions pipeline encompassing applications, approvals, rejections, and a live fee tracker.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429375" y="2316956"/>
            <a:ext cx="5190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Dynamic Scheduling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429375" y="2621756"/>
            <a:ext cx="4943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An intelligent timetable engine that automatically regenerates based on teacher availability and approved leave. Includes per-exam marks entry with instant auto-computed grading.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19150" y="4836318"/>
            <a:ext cx="5190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Analytics &amp; Finance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19150" y="5141118"/>
            <a:ext cx="4943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Comprehensive finance dashboards tracking tuition, admission fees, and payroll. Offers rich force-directed network graphs for structural visualization and full CSV/XLSX export capabilities.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429375" y="4836318"/>
            <a:ext cx="5190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AI-Powered Assistance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429375" y="5141118"/>
            <a:ext cx="4943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Gemini-powered AI chatbot embedded directly into the login and application flow. Provides instant, accurate answers to common queries, reducing the burden on administrative support.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1907381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190738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4426743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75" y="4426743"/>
            <a:ext cx="3333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28750"/>
            <a:ext cx="1102995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Tech Stack &amp; Architecture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62025" y="1428750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React 19, React Router, Vite, Tailwind CSS v4, shadcn/ui, Framer Motion, React Flow, and react-force-graph-2d for advanced visualizations.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62025" y="2266950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Node.js, Express 5, MongoDB, Mongoose 9, Google Gemini API for natural language processing.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62025" y="2800350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Architecture: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One Express API (/api) consumed by a single React SPA that renders distinct portals per signed-in role. No hardcoded or seeded data — everything reads and writes straight to the live database.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620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00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833687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28750"/>
            <a:ext cx="5372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428750"/>
            <a:ext cx="5372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Admin Portal: Overview &amp; Structure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6275" y="5429250"/>
            <a:ext cx="5181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Institute-wide Dashboard: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High-level metrics on enrolment, staffing, and outstanding fees at a single glance.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334125" y="5429250"/>
            <a:ext cx="5181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Organizational Structure: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Interactive React Flow chart visualizing the hierarchy from departments to faculty and courses.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590675"/>
            <a:ext cx="5048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1590675"/>
            <a:ext cx="504825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28750"/>
            <a:ext cx="5372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428750"/>
            <a:ext cx="5372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Admin Portal: Academics &amp; Finances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76275" y="5429250"/>
            <a:ext cx="5181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Score Management: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Detailed drill-downs of academic performance per department and individual student grading.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34125" y="5429250"/>
            <a:ext cx="5181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Financial Operations: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Granular tracking of tuition collection, admission fees, and faculty payroll commitments.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590675"/>
            <a:ext cx="5048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1590675"/>
            <a:ext cx="504825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28750"/>
            <a:ext cx="5372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428750"/>
            <a:ext cx="5372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Faculty Portal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76275" y="5429250"/>
            <a:ext cx="5181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Personalized Dashboard: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Faculty view of assigned courses, class schedules, attendance tracking, and marks entry interface.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334125" y="5429250"/>
            <a:ext cx="5181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Relational Network: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Force-directed graph illustrating the faculty member's specific connections to taught courses and enrolled students.</a:t>
            </a:r>
            <a:endParaRPr/>
          </a:p>
        </p:txBody>
      </p:sp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590675"/>
            <a:ext cx="5048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1590675"/>
            <a:ext cx="504825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28750"/>
            <a:ext cx="5372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428750"/>
            <a:ext cx="5372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Student Portal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6275" y="5429250"/>
            <a:ext cx="5181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Academic Hub: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Dashboard tracking personal attendance, fee dues, fines, and historical score data with CGPA trend charts.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334125" y="5429250"/>
            <a:ext cx="5181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Academic Network: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Force-directed visualization mapping the student to their enrolled courses and the respective professors.</a:t>
            </a:r>
            <a:endParaRPr/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590675"/>
            <a:ext cx="50482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1590675"/>
            <a:ext cx="504825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99220"/>
            <a:ext cx="3455640" cy="3550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2415" y="2099220"/>
            <a:ext cx="3529905" cy="3550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070" y="2099220"/>
            <a:ext cx="3472904" cy="355074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AI Chatbot Experience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81025" y="142875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Streamlining user onboarding and administrative support through intelligent automation.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895350" y="3023145"/>
            <a:ext cx="296833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Context-Aware Guidance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895350" y="3413670"/>
            <a:ext cx="2826990" cy="192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Powered by the Google Gemini API, the chatbot sits directly on the login page, offering immediate, contextually relevant guidance for new applicants and existing users navigating the system.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4636740" y="3023145"/>
            <a:ext cx="304631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Secure &amp; Jailbreak-Resistant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4636740" y="3689895"/>
            <a:ext cx="2901255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Engineered with strict prompt boundaries. The bot delivers concise, 5-line answers and is heavily protected against prompt injection (jailbreaking) to maintain a professional and safe environment.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8452395" y="3023145"/>
            <a:ext cx="298646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Graceful Escalation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452395" y="3413670"/>
            <a:ext cx="2844254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AI is designed to recognize its limitations. If a query falls outside its strict knowledge base, it gracefully apologizes and provides an automated fallback to the official support email channel.</a:t>
            </a:r>
            <a:endParaRPr/>
          </a:p>
        </p:txBody>
      </p:sp>
      <p:pic>
        <p:nvPicPr>
          <p:cNvPr descr="image.png" id="211" name="Google Shape;21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245164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6740" y="245164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2395" y="2451645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Absolute Data Integrity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81025" y="1428750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Eradicating Data Silos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581025" y="1819275"/>
            <a:ext cx="52292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Origin fundamentally changes how campus data is handled by eliminating isolated spreadsheets. The MongoDB architecture ensures that when a grade is updated by a faculty member, the student and admin see the change instantaneously.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581025" y="349567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This "Single Source of Truth" model means zero reconciliation time at the end of semesters and complete transparency across all departments.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762750" y="1428750"/>
            <a:ext cx="48482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Consistency Checks: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Continuous validation runs directly against the live database, ensuring referential integrity between students, courses, and fees.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762750" y="2876550"/>
            <a:ext cx="48482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Zero Stale Cache: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Critical metrics like attendance percentages and financial balances are computed dynamically. Data never drifts into outdated cached states.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762750" y="4324350"/>
            <a:ext cx="48482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Role-Restricted Mutability: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While everyone views the same underlying data, precise role-based access control determines exactly who can edit, approve, or delete records.</a:t>
            </a:r>
            <a:endParaRPr/>
          </a:p>
        </p:txBody>
      </p:sp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4620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909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3576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279" y="6136778"/>
            <a:ext cx="657344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2550556" y="92571"/>
            <a:ext cx="7090886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Conclusion &amp; Future Scope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1809750" y="1540371"/>
            <a:ext cx="857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Origin effectively replaces fragmented administration tools with a unified, live, role-aware ERP. By ensuring Admin, Faculty, Student, and Applicant portals all read from an identical source of truth, operational efficiency is drastically improved.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2095500" y="2850653"/>
            <a:ext cx="8001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Roadmap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3123604" y="6298703"/>
            <a:ext cx="594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Deployment:</a:t>
            </a:r>
            <a:r>
              <a:rPr lang="en-US" sz="1500">
                <a:solidFill>
                  <a:srgbClr val="374151"/>
                </a:solidFill>
              </a:rPr>
              <a:t>https://team-sixseven-erp.vercel.app/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2667000" y="3317378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Implementation of a production-ready payment gateway for seamless fee processing.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2667000" y="4155578"/>
            <a:ext cx="723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Development of dedicated iOS and Android mobile applications.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2667000" y="4688978"/>
            <a:ext cx="723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Integration of real authentication and SSO via institutional email infrastructure.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2667000" y="5222378"/>
            <a:ext cx="723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Expansion of predictive analytics for enhanced student performance tracking.</a:t>
            </a:r>
            <a:endParaRPr/>
          </a:p>
        </p:txBody>
      </p:sp>
      <p:pic>
        <p:nvPicPr>
          <p:cNvPr descr="image.png" id="241" name="Google Shape;2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35071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418891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472231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5255716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